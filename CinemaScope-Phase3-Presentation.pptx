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goothey/cinemascope" TargetMode="External"/><Relationship Id="rId2" Type="http://schemas.openxmlformats.org/officeDocument/2006/relationships/hyperlink" Target="https://www.themoviedb.org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B25C"/>
          </a:solidFill>
          <a:ln w="12700">
            <a:solidFill>
              <a:srgbClr val="E0B2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CPAN 144 · GROUP PROJECT · PHASE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CinemaScope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Next.js 14 movie discovery app — live TMDB data, optimized, and production-ready.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577840"/>
            <a:ext cx="10972800" cy="0"/>
          </a:xfrm>
          <a:prstGeom prst="line">
            <a:avLst/>
          </a:prstGeom>
          <a:noFill/>
          <a:ln w="12700">
            <a:solidFill>
              <a:srgbClr val="2E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760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Humber College · Milton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Scripting · Spring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0" y="5760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of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0" y="60350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22,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CinemaScope is and why we built 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128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554480" y="221284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Features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554480" y="253288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functionality across home, browse, details, watchlist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87121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871216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554480" y="3191256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App Router + TypeScript + TMDB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35295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554480" y="352958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3849624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splitting, caching, images, debouncing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41879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54480" y="41879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SEO &amp; Metadata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554480" y="4507992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Titles, Open Graph, and dynamic link previews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4846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554480" y="4846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554480" y="51663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broke, and how we solved it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0080" y="550468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554480" y="550468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554480" y="582472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Walkthrough of the running application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PROJECT OBJECTIVE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Give users a fast, beautiful way to discover movies.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goal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53035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the Phase 2 UI shell into a production-grade web app: real API data, fast loads, strong SEO, and a polished UX on every route.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Phase 3 delivers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TMDB API integration (no more mock data)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passes — bundle, images, caching, search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Route-level loading / error / 404 states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metadata + dynamic Open Graph per movie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1645920"/>
            <a:ext cx="493776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82880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6858000" y="24688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routes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0" y="288036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858000" y="35204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endpoints wired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350ms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858000" y="45720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debounce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498348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1hr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858000" y="56235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cache window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MAIN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Five routes plus a mobile-first layout.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242316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Trending hero + Now Playing, Popular, Top Rated, Upcoming carousels.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6344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242316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genre, year, rating, and sort. Debounced live search.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173736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920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Movie Details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458200" y="242316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Backdrop hero, synopsis, metadata, one-tap add-to-watchlist.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Watchlist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68680" y="46634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Persisted via React Context + localStorage. Survives refresh.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63440" y="46634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summary, tech stack, Phase 3 additions.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0" y="3977640"/>
            <a:ext cx="35661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1DED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58200" y="4160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458200" y="4663440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layouts. Works cleanly from 375px to desktop.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Server-first with targeted client interactivity.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navigates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types a query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10896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429000" y="20116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1188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560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component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TMDB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9788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6217920" y="20116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Cache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0" y="2560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cache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1hr / 60s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0" y="246888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006840" y="2011680"/>
            <a:ext cx="2468880" cy="1280160"/>
          </a:xfrm>
          <a:prstGeom prst="roundRect">
            <a:avLst>
              <a:gd name="adj" fmla="val 571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89720" y="2148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TMDB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89720" y="256032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v3 API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HTTPS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0080" y="3840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Next.js 14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008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Router, RSC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47472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TypeScript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347472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mode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0936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Tailwind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30936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44000" y="4297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TMDB v3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91440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data + images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interactive route is split: a server page.tsx owns metadata + data fetching; a page.client.tsx owns UI state. This pattern unlocks SEO without giving up React state.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PERFORMANCE OPTIMIZATIONS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Every box on the rubric — ticked.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Code splitting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next/dynamic on Hero + MovieCarousel shrinks initial JS on /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0" y="17373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9019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next/image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29400" y="22860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AVIF + WebP, remote pattern for image.tmdb.org, priority on Hero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1089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73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Fetch caching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68680" y="3657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revalidate: 3600 for catalogs, 60 for search — Next.js built-in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0" y="31089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2735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Debounced search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6576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350ms useDebounced hook prevents per-keystroke network calls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45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memo(MovieCard)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68680" y="5029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+ carousel skip re-renders when props are unchanged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448056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1E1E26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64515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fetches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502920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 across 5 catalog endpoints on the home route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SEO &amp; METADATA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Link previews that actually look like a product.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added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53035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metadata with title template %s | CinemaScope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openGraph tags (title, description, images, site name)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twitter card set to summary_large_image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Keywords, description, and canonical URL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generateMetadata on /movies/[id] — dynamic per title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0" y="173736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17171D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0" y="18745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app/movies/[id]/page.tsx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0" y="2194560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export async function generateMetadata(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params }: { params: { id: string } 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movie = await getMovie(params.id);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title: movie.title,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description: movie.overview,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openGraph: {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title: movie.title,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images: [tmdbImage(movie.backdrop_path)],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EB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88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CHALLENGES &amp; SOLUTIONS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Six things broke. Six lessons learned.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solidFill>
            <a:srgbClr val="1A1A1F"/>
          </a:solidFill>
          <a:ln w="12700">
            <a:solidFill>
              <a:srgbClr val="1A1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7190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760720" y="171907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components can't export metadata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0" y="22402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every page: server page.tsx + client page.client.tsx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78892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880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TMDB rate limits during fast typing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60720" y="288036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350ms debounce + 60s fetch cache on /search/movie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3520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next/image blocked external CDN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760720" y="352044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images.remotePatterns for image.tmdb.org; AVIF + WebP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406908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160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Carousels shipped JS on every route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416052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Hero + MovieCarousel to next/dynamic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800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genre list drifted from API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760720" y="480060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FilterBar now fetches /genre/movie/list on mount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728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4406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UX for slow networks / 404s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760720" y="5440680"/>
            <a:ext cx="5760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loading.tsx, error.tsx, not-found.tsx per route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5C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· HOME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Trending hero + four live carousels.</a:t>
            </a:r>
            <a:endParaRPr lang="en-US" sz="3200" dirty="0"/>
          </a:p>
        </p:txBody>
      </p:sp>
      <p:pic>
        <p:nvPicPr>
          <p:cNvPr id="4" name="Image 0" descr="/home/user/workspace/cinemascope-phase3/screenshots/01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600200"/>
            <a:ext cx="7772400" cy="4434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0" y="16459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B25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you're seeing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86800" y="201168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loaded with priority for LCP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carousels, one Promise.all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Posters served as AVIF / WebP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imports on the carousels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· BROWSE &amp; SEARCH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Filters and debounced search over live TMDB.</a:t>
            </a:r>
            <a:endParaRPr lang="en-US" sz="3200" dirty="0"/>
          </a:p>
        </p:txBody>
      </p:sp>
      <p:pic>
        <p:nvPicPr>
          <p:cNvPr id="4" name="Image 0" descr="/home/user/workspace/cinemascope-phase3/screenshots/02-movi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45920"/>
            <a:ext cx="5577840" cy="4389120"/>
          </a:xfrm>
          <a:prstGeom prst="rect">
            <a:avLst/>
          </a:prstGeom>
        </p:spPr>
      </p:pic>
      <p:pic>
        <p:nvPicPr>
          <p:cNvPr id="5" name="Image 1" descr="/home/user/workspace/cinemascope-phase3/screenshots/06-search-resul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63640" y="1645920"/>
            <a:ext cx="5577840" cy="43891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640" y="6080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with filters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263640" y="6080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live search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DEMO · DETAILS, WATCHLIST, MOBILE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Polished routes across every screen size.</a:t>
            </a:r>
            <a:endParaRPr lang="en-US" sz="3200" dirty="0"/>
          </a:p>
        </p:txBody>
      </p:sp>
      <p:pic>
        <p:nvPicPr>
          <p:cNvPr id="4" name="Image 0" descr="/home/user/workspace/cinemascope-phase3/screenshots/03-movie-detail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9448" y="1691640"/>
            <a:ext cx="4206240" cy="4114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448" y="5897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details</a:t>
            </a:r>
            <a:endParaRPr lang="en-US" sz="1200" dirty="0"/>
          </a:p>
        </p:txBody>
      </p:sp>
      <p:pic>
        <p:nvPicPr>
          <p:cNvPr id="6" name="Image 1" descr="/home/user/workspace/cinemascope-phase3/screenshots/04-watchl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135728" y="1691640"/>
            <a:ext cx="4206240" cy="4114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135728" y="5897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(persisted)</a:t>
            </a:r>
            <a:endParaRPr lang="en-US" sz="1200" dirty="0"/>
          </a:p>
        </p:txBody>
      </p:sp>
      <p:pic>
        <p:nvPicPr>
          <p:cNvPr id="8" name="Image 2" descr="/home/user/workspace/cinemascope-phase3/screenshots/07-home-mobil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62008" y="1691640"/>
            <a:ext cx="1920240" cy="41148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62008" y="58978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· 375px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9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0B25C"/>
          </a:solidFill>
          <a:ln w="12700">
            <a:solidFill>
              <a:srgbClr val="E0B2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011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256032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ECEB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Questions?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931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A98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CinemaScope — Phase 3 · Humber College · CPAN 144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669280"/>
            <a:ext cx="10972800" cy="0"/>
          </a:xfrm>
          <a:prstGeom prst="line">
            <a:avLst/>
          </a:prstGeom>
          <a:noFill/>
          <a:ln w="12700">
            <a:solidFill>
              <a:srgbClr val="2E2E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github.com/goothey/cinemascope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5806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0B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ECEBE8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themoviedb.org API v3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CinemaScope — Phase 3</dc:title>
  <dc:subject>PptxGenJS Presentation</dc:subject>
  <dc:creator>CPAN 144 — Humber College</dc:creator>
  <cp:lastModifiedBy>CPAN 144 — Humber College</cp:lastModifiedBy>
  <cp:revision>1</cp:revision>
  <dcterms:created xsi:type="dcterms:W3CDTF">2026-04-22T16:52:31Z</dcterms:created>
  <dcterms:modified xsi:type="dcterms:W3CDTF">2026-04-22T16:52:31Z</dcterms:modified>
</cp:coreProperties>
</file>